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p/>
          <a:p>
            <a:r>
              <a:t>Нүүрний архитектурын коллаж нь AI-гаар бүтээсэн концепц дүрслэл; бодит үйл явдлын гэрэл зураг биш.</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p>
            <a:r>
              <a:t>Гол байр суурь: халамжийн асуудлыг эрх, хүртээмж, хариуцлагатай холбож үзнэ.</a:t>
            </a:r>
          </a:p>
          <a:p/>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p>
            <a:r>
              <a:t>Цаашид “бага орлоготой”, “ядууралд өртсөн”, “эмзэг нөхцөлтэй” гэсэн тодорхой үг хэрэглэнэ.</a:t>
            </a:r>
          </a:p>
          <a:p/>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p>
            <a:r>
              <a:t>Нэг үзүүлэлт бүх асуудлыг тайлбарлахгүй. Орлого, үйлчилгээний хүртээмж, эрхийн хамгаалалтыг хамт үнэлнэ.</a:t>
            </a:r>
          </a:p>
          <a:p/>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r>
              <a:t>2022 онд 27.1% буюу ойролцоогоор 4 хүн тутмын 1 нь үндэсний ядуурлын босгоос доогуур хэрэглээтэй.</a:t>
            </a:r>
          </a:p>
          <a:p/>
          <a:p/>
          <a:p/>
          <a:p>
            <a:r>
              <a:t>ЭХ СУРВАЛЖ:</a:t>
            </a:r>
          </a:p>
          <a:p>
            <a:r>
              <a:t>[POV] ҮСХ, Дэлхийн банк: Mongolia Poverty Update 2022, 2024 онд нийтэлсэн; үндэсний ядуурлын түвшин</a:t>
            </a:r>
          </a:p>
          <a:p>
            <a:r>
              <a:t>https://www.worldbank.org/en/country/mongolia/publication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r>
              <a:t>Гинжин холбоог таслах арга: суурь үйлчилгээ + орлогын хамгаалалт + эрхээ шаардах боломж.</a:t>
            </a:r>
          </a:p>
          <a:p/>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p>
            <a:r>
              <a:t>Хандив, сайн дурын тусламж нь төрийн хуулиар хүлээсэн үүргийг орлохгүй.</a:t>
            </a:r>
          </a:p>
          <a:p/>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p>
            <a:r>
              <a:t>Энд болон бусад слайдад хуулийн агуулгыг хураангуйлсан; үгчилсэн эшлэл биш.</a:t>
            </a:r>
          </a:p>
          <a:p/>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p>
            <a:r>
              <a:t>Батлагдсан он нь сүүлийн нэмэлт, өөрчлөлтийн он гэсэн үг биш. Одоогийн найруулгыг Legalinfo-оос нягтална.</a:t>
            </a:r>
          </a:p>
          <a:p/>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r>
              <a:t>Огноонууд нь олон улсын баримт бичгийг баталсан өдөр; Монгол Улс нэгдсэн огноо биш.</a:t>
            </a:r>
          </a:p>
          <a:p/>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p>
            <a:r>
              <a:t>Түгээмэл тунхаглал нь гэрээ биш; хүний эрхийн нийтлэг стандартын суурь баримт бичиг.</a:t>
            </a:r>
          </a:p>
          <a:p/>
          <a:p/>
          <a:p/>
          <a:p>
            <a:r>
              <a:t>ЭХ СУРВАЛЖ:</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p>
            <a:r>
              <a:t>Хүчин төгөлдөр болсон: 1976.01.03. Нөөц хязгаарлагдмал ч бодит алхам хийх үүрэг хэвээр.</a:t>
            </a:r>
          </a:p>
          <a:p/>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p>
            <a:r>
              <a:t>Хүчин төгөлдөр: 1976.03.23. Орлогоос үл хамаарах хамгаалалт нь нийгмийн эрхээ шаардах боломжийг дэмжинэ.</a:t>
            </a:r>
          </a:p>
          <a:p/>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p>
            <a:r>
              <a:t>“Төсөв хүрэхгүй” гэдэг тайлбар нь ялгаварлал, дур зоргын шийдвэрийг зөвтгөхгүй.</a:t>
            </a:r>
          </a:p>
          <a:p/>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p>
            <a:r>
              <a:t>Нэг хүнд хэд хэдэн саад давхцаж болно. Ижил үйлчилгээ бүх хүнд ижил үр дүн өгөхгүй.</a:t>
            </a:r>
          </a:p>
          <a:p/>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p>
            <a:r>
              <a:t>Шийдэл: зохистой нөхцөл + хэрэгжих хяналт + ажилтны гомдол гаргах аюулгүй боломж.</a:t>
            </a:r>
          </a:p>
          <a:p/>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p>
            <a:r>
              <a:t>Элсэлтээс гадна ирц, төгсөлт, сурлагын ахиц, гомдол шийдвэрлэлтийг хэмжинэ.</a:t>
            </a:r>
          </a:p>
          <a:p/>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p>
            <a:r>
              <a:t>Эрхийг зөвхөн барилга, орны тоогоор биш бодит хэрэглэгчийн боломж, үр дүнгээр үнэлнэ.</a:t>
            </a:r>
          </a:p>
          <a:p/>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p>
            <a:r>
              <a:t>Зорилтот дэмжлэгийн үр ашгийг хүний нэр төр, хувийн мэдээллийн хамгаалалттай хамт үнэлнэ.</a:t>
            </a:r>
          </a:p>
          <a:p/>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p>
            <a:r>
              <a:t>Шүүх хүн бүрд нэн даруй байшин олгох ерөнхий шийдвэр гаргаагүй; бодлогын үндэслэлтэй байдлыг хянасан.</a:t>
            </a:r>
          </a:p>
          <a:p/>
          <a:p>
            <a:r>
              <a:t>Кейсийн арын зураг нь AI концепц коллаж бөгөөд тухайн хэргийн оролцогч, байршлын бодит зураг биш.</a:t>
            </a:r>
          </a:p>
          <a:p>
            <a:r>
              <a:t>Монголд авах санаа: Монголд авах санаа: урт хугацааны орон сууцны бодлогын хажуугаар түр хамгаалах байр, ус, ариун цэвэр зэрэг яаралтай хэрэгцээг тусад нь шийдэх.</a:t>
            </a:r>
          </a:p>
          <a:p/>
          <a:p>
            <a:r>
              <a:t>ЭХ СУРВАЛЖ:</a:t>
            </a:r>
          </a:p>
          <a:p>
            <a:r>
              <a:t>[GROOT] Government of the Republic of South Africa v Grootboom [2000] ZACC 19 — 2000.10.04</a:t>
            </a:r>
          </a:p>
          <a:p>
            <a:r>
              <a:t>https://www.saflii.org/za/cases/ZACC/2000/19.html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p>
            <a:r>
              <a:t>Эрүүл мэндийн бодлогын сонголт нь эрхийн хүртээмжийг үндэслэлгүй хязгаарлаж болохгүй.</a:t>
            </a:r>
          </a:p>
          <a:p/>
          <a:p>
            <a:r>
              <a:t>Кейсийн арын зураг нь AI концепц коллаж бөгөөд тухайн хэргийн оролцогч, байршлын бодит зураг биш.</a:t>
            </a:r>
          </a:p>
          <a:p>
            <a:r>
              <a:t>Монголд авах санаа: Монголд авах санаа: бодлогын хязгаарлалт нь нотолгоонд суурилсан уу, орлогогүй иргэдэд ямар бодит нөлөө үзүүлж байна вэ гэдгийг хянах.</a:t>
            </a:r>
          </a:p>
          <a:p/>
          <a:p>
            <a:r>
              <a:t>ЭХ СУРВАЛЖ:</a:t>
            </a:r>
          </a:p>
          <a:p>
            <a:r>
              <a:t>[TAC] Minister of Health v Treatment Action Campaign (No 2) [2002] ZACC 15 — 2002.07.05</a:t>
            </a:r>
          </a:p>
          <a:p>
            <a:r>
              <a:t>https://www.saflii.org/za/cases/ZACC/2002/15.html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p>
            <a:r>
              <a:t>Шүүх нэг “зөв” мөнгөн дүн тогтоохоос илүү тооцооллын арга, үндэслэл, баталгааг шаардсан.</a:t>
            </a:r>
          </a:p>
          <a:p/>
          <a:p/>
          <a:p/>
          <a:p>
            <a:r>
              <a:t>ЭХ СУРВАЛЖ:</a:t>
            </a:r>
          </a:p>
          <a:p>
            <a:r>
              <a:t>[GER] BVerfG, 1 BvL 1/09, 1 BvL 3/09, 1 BvL 4/09 — 2010.02.09, амьжиргааны доод баталгаа</a:t>
            </a:r>
          </a:p>
          <a:p>
            <a:r>
              <a:t>https://www.bundesverfassungsgericht.de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p>
            <a:r>
              <a:t>Энэ хүснэгт бол бодлогын харьцуулалт; улсын “хүний эрхийн чансаа” биш.</a:t>
            </a:r>
          </a:p>
          <a:p/>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p>
            <a:r>
              <a:t>Сургамж: мөнгөн дэмжлэгийн нөлөөг зөвхөн ажилд орсон тоогоор биш хүний амьдралын чанараар үнэлнэ.</a:t>
            </a:r>
          </a:p>
          <a:p/>
          <a:p/>
          <a:p/>
          <a:p>
            <a:r>
              <a:t>ЭХ СУРВАЛЖ:</a:t>
            </a:r>
          </a:p>
          <a:p>
            <a:r>
              <a:t>[FIN] Kela: Финландын суурь орлогын туршилт, 2017–2018; эцсийн үр дүн 2020</a:t>
            </a:r>
          </a:p>
          <a:p>
            <a:r>
              <a:t>https://www.kela.fi/basic-income-experiment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p>
            <a:r>
              <a:t>Монголд авах санаа: тэтгэмжийг үйлчилгээтэй холбохдоо тухайн үйлчилгээ бодитоор хүрдэг эсэхийг шалгана.</a:t>
            </a:r>
          </a:p>
          <a:p/>
          <a:p/>
          <a:p/>
          <a:p>
            <a:r>
              <a:t>ЭХ СУРВАЛЖ:</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p>
            <a:r>
              <a:t>Эдгээр нь илтгэлийн бодлогын санал; одоо хүчин төгөлдөр хуульд бүгд заасан гэсэн үг биш.</a:t>
            </a:r>
          </a:p>
          <a:p/>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r>
              <a:t>Үндсэн хууль • 1992.01.13: 16.12, 16.14. Гомдлын төрөл бүрийн журам, хугацаа өөр.</a:t>
            </a:r>
          </a:p>
          <a:p/>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p>
            <a:r>
              <a:t>Хэлэлцүүлэг: Монголд хамгийн түрүүнд аль саадыг арилгавал иргэдийн эрхийн бодит боломж нэмэгдэх вэ?</a:t>
            </a:r>
          </a:p>
          <a:p/>
          <a:p>
            <a:r>
              <a:t>Архитектурын коллаж нь AI концепц дүрслэл.</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r>
              <a:t>Албан ёсны эх: legalinfo.mn • ohchr.org. Слайдын тайлбар хэсэгт холбогдох эх сурвалжийн холбоос бий.</a:t>
            </a:r>
          </a:p>
          <a:p/>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r>
              <a:t>Хязгаарлалт: албан ёсны сайтуудад шууд нэвтрэхийг орчны сүлжээ хаасан; эхүүдийг онлайн дахин тулгаж баталгаажуулаагүй.</a:t>
            </a:r>
          </a:p>
          <a:p/>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2"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3"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4"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5"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6"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7"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8"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09"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0"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2"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3"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4"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5"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6"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7"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8"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19"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0"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2"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3"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4"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5"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6"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7"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8"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29"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Editorial design — slide 30"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Editorial Edition</dc:title>
  <dc:subject>МУИС • 30 слайд • Фонт солигдсон ч дизайнаа хадгалах хувилбар</dc:subject>
  <dc:creator>Б. Саранчимэг · Ш. Түвшинбаяр ·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